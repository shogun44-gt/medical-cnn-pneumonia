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Classification d'Images Médicales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ADCFC"/>
                </a:solidFill>
              </a:rPr>
              <a:t>Détection de Pneumonie sur Radiographies Thoraciques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2C39A"/>
                </a:solidFill>
              </a:rPr>
              <a:t>CNN Baseline • PyTorch • Dataset Kaggle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ECE Paris — B3 Deep Learning —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4389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</a:rPr>
              <a:t>Contexte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L'imagerie médicale génère des volumes importants de données (radio, IRM, scanner)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Les CNN sont particulièrement adaptés à l'analyse automatique d'images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L'objectif : proposer un outil d'aide à la décision, pas remplacer le médecin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Dataset public Kaggle : Chest X-Ray Images (Pneumonia)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57784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C39A"/>
                </a:solidFill>
              </a:rPr>
              <a:t>Problème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Peut-on développer en 10 jours un pipeline CNN capable de distinguer des radiographies normales de celles présentant une pneumonie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5577840" cy="192024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Contraintes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Temps limité (10 jours)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079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Déséquilibre entre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85546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Risque d'overfitting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2029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Restitution claire et reproductible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— Chest X-Ray Images (Pneumonia)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C39A"/>
                </a:solidFill>
              </a:rPr>
              <a:t>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5 216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3 875 PNEUMONIA
1 341 NORMAL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47472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C39A"/>
                </a:solidFill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8 PNEUMONIA
8 NORMAL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188720"/>
            <a:ext cx="3474720" cy="2560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325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C39A"/>
                </a:solidFill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624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926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390 PNEUMONIA
234 NORMAL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11274552" cy="13716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⚠  Point méthodologique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Avant tout entraînement : vérification de la structure des dossiers, répartition train/val/test, équilibre des classes, qualité des labels et absence de fuite de données.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C7293"/>
                </a:solidFill>
              </a:rPr>
              <a:t>→ Déséquilibre marqué : PNEUMONIA représente ~74% du train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CNN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73736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Entrée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7830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224×224×3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280160"/>
            <a:ext cx="17373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7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Bloc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79" y="17830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Conv(32)
+ReLU
+MaxPool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80160"/>
            <a:ext cx="17373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Bloc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7830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Conv(64)
+ReLU
+MaxPool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80160"/>
            <a:ext cx="173736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Bloc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17830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Conv(128)
+ReLU
+MaxPool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19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280160"/>
            <a:ext cx="1737360" cy="2286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7830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Flatten
Dense(128)
Dropout(0.5)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214884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19" y="1280160"/>
            <a:ext cx="1737360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371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Sortie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17830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Dense(1)
+Sigmoid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840480"/>
            <a:ext cx="11274552" cy="18288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Paramètres d'entraînement (conformes au PDF)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Optimiseur : Adam  |  lr = 10⁻³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365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Perte : Binary Cross-Entropy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840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Batch size : 32  |  Époques : 20 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389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Early Stopping (patience=5)  |  Dropout : 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773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• Paramètres totaux : 12 938 561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Résultats — Test Set (624 images)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560320" cy="2103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Taux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79" y="1188720"/>
            <a:ext cx="2560320" cy="2103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80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Recall
PNEUMONIA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96%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Sensibilité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2560320" cy="2103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80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Spécificité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53%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Recall NORMAL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188720"/>
            <a:ext cx="2560320" cy="2103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280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2C39A"/>
                </a:solidFill>
              </a:rPr>
              <a:t>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828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0.90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ADCFC"/>
                </a:solidFill>
              </a:rPr>
              <a:t>Courbe ROC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66160"/>
            <a:ext cx="502920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Matrice de confusion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                 Prédit NORMAL   Prédit PNEUMONIA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Réel NORMAL     TN = 124              FP = 110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Réel PNEUMONIA  FN = 16                TP = 374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720" y="3566160"/>
            <a:ext cx="5943600" cy="246888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Analyse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1148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✅ AUC=0.90 : excellente discrimination globale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5720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✅ Recall=96% : seulement 16 pneumonies manquées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50292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⚠  Spécificité=53% : 110 faux positifs (patients sains classés malades)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48640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→ Compromis classique : on préfère ne pas rater un malade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Limites &amp; Extensions Possibles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41148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</a:rPr>
              <a:t>Limites du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Val set trop petit (16 images) → métriques de validation instables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Spécificité faible (53%) → trop de faux positifs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Seuil 0.5 non optimisé → ajustable via la courbe 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Pas d'interprétabilité visuelle (Grad-CAM absent)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4937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▸  Pas de comparaison avec modèles pré-entraînés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577840" cy="4114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</a:rPr>
              <a:t>Extensions possibles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Grad-CAM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Visualiser les zones d'intérêt du 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06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Transfer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ResNet18, DenseNet121, EfficientNet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29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Seuil optimal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Optimisation via la courbe ROC/PR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Interface 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Démo interactive (en cours ✅)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417320"/>
            <a:ext cx="48737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691640"/>
            <a:ext cx="2286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783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Pipeline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Exploration → Entraînement → Évaluation en 10 jours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68880"/>
            <a:ext cx="2286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AUC = 0.90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060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Excellente capacité de discrimination globale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246120"/>
            <a:ext cx="2286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337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Recall = 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832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Très peu de pneumonies manquées — priorité médicale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023360"/>
            <a:ext cx="2286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Code propre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1605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Notebooks reproductibles + src/ modulaire + checkpoints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800600"/>
            <a:ext cx="228600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377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Interface Streamlit de démonstration interactive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350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2C39A"/>
                </a:solidFill>
              </a:rPr>
              <a:t>Merci 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